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8"/>
    <p:restoredTop sz="94711"/>
  </p:normalViewPr>
  <p:slideViewPr>
    <p:cSldViewPr snapToGrid="0">
      <p:cViewPr varScale="1">
        <p:scale>
          <a:sx n="182" d="100"/>
          <a:sy n="182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C57B3-12F9-9B58-433C-5887D184E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4A8B9-1198-723B-1DE4-9F9ACD4F0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8D32E-C6B6-8435-22D7-1CA82FE2C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3918-9E25-734A-BD5D-1C53AAF04C6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42AFE-433B-86D1-3C58-3A9D7FA1C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5158A-9F0D-9B9A-207C-5C3E80D3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B8F14-4DE2-3447-BA41-D8221CB8F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3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1FF0B-2C66-66CC-A5B5-11671CB93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4415B-DE71-160E-10DA-104F97C3B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09F76-CF94-A63C-4A7D-A43F079B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3918-9E25-734A-BD5D-1C53AAF04C6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D2AC8-7F0D-4C71-CA49-EEB3CA8C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2B790-DFF9-EDBB-9B89-F397281A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B8F14-4DE2-3447-BA41-D8221CB8F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2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E9FC-7B9E-23B3-1376-64331D732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998EC-4442-197F-2F19-E430BDCAB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F48D8-F568-808E-8DDD-E0F30D743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3918-9E25-734A-BD5D-1C53AAF04C6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BCCE7-4457-C779-747F-3B4A6C13E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2774C-7333-28C9-E09D-DDEAE6F9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B8F14-4DE2-3447-BA41-D8221CB8F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B8F1-B410-7171-04E2-BB569C83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D6443-31B7-7135-8BD5-8C911A1C6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101E1-3CA4-3D43-E243-1E57B916C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408CA-8996-8738-93C3-116F9B9DA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3918-9E25-734A-BD5D-1C53AAF04C6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B2929-7075-67FF-DB11-E06C6175D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AE138-6AF6-07EA-8102-D3267E627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B8F14-4DE2-3447-BA41-D8221CB8F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8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BF3D-64AF-ED61-602A-3E81D0FB6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736B9-FD97-76EF-34D5-665B18659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14A7D-E5DB-1A20-9BEA-CD7C10C72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B5079A-A470-BC3B-CA92-6F3F7CEDA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04860C-CBF4-56ED-7CD4-F21DEA2EF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27324A-16A7-3640-D510-8952EBDBF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3918-9E25-734A-BD5D-1C53AAF04C6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C8F096-18E2-3353-04F7-C130B99D5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DB1BC4-05D0-0057-93FF-D58E9D80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B8F14-4DE2-3447-BA41-D8221CB8F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6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4154-158F-2751-BB2B-634E7E7F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BE8EC7-54D7-0B35-891F-9B39FF5DE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3918-9E25-734A-BD5D-1C53AAF04C6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3EFDB-E8BD-9EAA-EE3B-86F4725B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6BE69-46B2-DDC0-505F-7AB4385F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B8F14-4DE2-3447-BA41-D8221CB8F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3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0BF91D-C9DB-89B8-A68B-737AA158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3918-9E25-734A-BD5D-1C53AAF04C6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81716D-C2F0-C3F9-D447-D475E3F14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3A8C2-540A-F4C8-B68D-5BDC6166E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B8F14-4DE2-3447-BA41-D8221CB8F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7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66914-5630-46CB-C994-0103AB773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E0DBF-AC4A-296B-9BED-40A325EEF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E05E5-61D8-46F6-456B-2AE0521A4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85E9B-4EB9-2390-C079-2C61629E4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3918-9E25-734A-BD5D-1C53AAF04C6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D1E34-35B1-6055-7738-9119F9F09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B50CD-C372-FCA6-33E7-B95F4AB5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B8F14-4DE2-3447-BA41-D8221CB8F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9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87472-1D31-6363-131D-05DEE39B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52C31-7FCB-9689-5B3A-2C64661E8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2B4C1-2B1C-7A3C-9A50-622664B2F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71B1F-0AC3-0060-95D9-166D19C0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3918-9E25-734A-BD5D-1C53AAF04C6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417AA-9498-3412-1D73-DB5ECE35A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7682E-DD4E-05C2-7302-E25B7015A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B8F14-4DE2-3447-BA41-D8221CB8F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3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7A325-9D8D-90B7-59D2-39C0214C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8DDD1-CE83-B42B-070E-7F4C240D3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FEC17-7C03-90FC-98F0-4FECD0D0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3918-9E25-734A-BD5D-1C53AAF04C6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2531C-4CD1-4D73-C735-EA606325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B91FF-829D-A25B-6FDB-B595F383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B8F14-4DE2-3447-BA41-D8221CB8F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32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89394F-E050-1235-12BB-38FEE4DB3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6741D-E922-5061-0E74-905BD5BE7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E6C0A-02E6-71D8-68E3-B45FE174F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3918-9E25-734A-BD5D-1C53AAF04C6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4111-1608-F48D-3096-C6C79E0D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56995-6971-2952-704A-5B07D4C48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B8F14-4DE2-3447-BA41-D8221CB8F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1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F888E3-E939-6977-2AAD-7D56F7AAE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C4C41-C738-20B9-20D1-C55418756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83DF3-DC6D-C01A-31D4-C50A6A230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83918-9E25-734A-BD5D-1C53AAF04C6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279B-7288-6836-3D64-6ED38A8F5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D7451-8EDF-20E8-EC69-C1BA001E8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0B8F14-4DE2-3447-BA41-D8221CB8F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7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C83F4-8DBB-1524-9ED7-D687C1447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{{name}}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6EE2F9-631D-941C-2C9F-0F57979E3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107814"/>
              </p:ext>
            </p:extLst>
          </p:nvPr>
        </p:nvGraphicFramePr>
        <p:xfrm>
          <a:off x="838200" y="1690688"/>
          <a:ext cx="1058400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000">
                  <a:extLst>
                    <a:ext uri="{9D8B030D-6E8A-4147-A177-3AD203B41FA5}">
                      <a16:colId xmlns:a16="http://schemas.microsoft.com/office/drawing/2014/main" val="167735418"/>
                    </a:ext>
                  </a:extLst>
                </a:gridCol>
                <a:gridCol w="2646000">
                  <a:extLst>
                    <a:ext uri="{9D8B030D-6E8A-4147-A177-3AD203B41FA5}">
                      <a16:colId xmlns:a16="http://schemas.microsoft.com/office/drawing/2014/main" val="4241498715"/>
                    </a:ext>
                  </a:extLst>
                </a:gridCol>
                <a:gridCol w="2646000">
                  <a:extLst>
                    <a:ext uri="{9D8B030D-6E8A-4147-A177-3AD203B41FA5}">
                      <a16:colId xmlns:a16="http://schemas.microsoft.com/office/drawing/2014/main" val="3141670254"/>
                    </a:ext>
                  </a:extLst>
                </a:gridCol>
                <a:gridCol w="2646000">
                  <a:extLst>
                    <a:ext uri="{9D8B030D-6E8A-4147-A177-3AD203B41FA5}">
                      <a16:colId xmlns:a16="http://schemas.microsoft.com/office/drawing/2014/main" val="881467953"/>
                    </a:ext>
                  </a:extLst>
                </a:gridCol>
              </a:tblGrid>
              <a:tr h="309024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Goal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Goal2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Metric2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835965984"/>
                  </a:ext>
                </a:extLst>
              </a:tr>
              <a:tr h="206016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269000266"/>
                  </a:ext>
                </a:extLst>
              </a:tr>
              <a:tr h="206016">
                <a:tc>
                  <a:txBody>
                    <a:bodyPr/>
                    <a:lstStyle/>
                    <a:p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474955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84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5245</TotalTime>
  <Words>8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{{name}}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Jaydeep Mistry</dc:creator>
  <cp:lastModifiedBy>Jaydeep Mistry</cp:lastModifiedBy>
  <cp:revision>11</cp:revision>
  <dcterms:created xsi:type="dcterms:W3CDTF">2026-03-24T00:19:46Z</dcterms:created>
  <dcterms:modified xsi:type="dcterms:W3CDTF">2026-03-30T18:03:02Z</dcterms:modified>
</cp:coreProperties>
</file>